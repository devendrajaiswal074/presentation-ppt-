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6"/>
  </p:notesMasterIdLst>
  <p:sldIdLst>
    <p:sldId id="256" r:id="rId2"/>
    <p:sldId id="268" r:id="rId3"/>
    <p:sldId id="257" r:id="rId4"/>
    <p:sldId id="269" r:id="rId5"/>
    <p:sldId id="258" r:id="rId6"/>
    <p:sldId id="266" r:id="rId7"/>
    <p:sldId id="267" r:id="rId8"/>
    <p:sldId id="260" r:id="rId9"/>
    <p:sldId id="261" r:id="rId10"/>
    <p:sldId id="259" r:id="rId11"/>
    <p:sldId id="262" r:id="rId12"/>
    <p:sldId id="263" r:id="rId13"/>
    <p:sldId id="264" r:id="rId14"/>
    <p:sldId id="270"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2" d="100"/>
          <a:sy n="82" d="100"/>
        </p:scale>
        <p:origin x="-1474" y="-91"/>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3F4C290-5915-426F-812B-4FAFE500A509}" type="datetimeFigureOut">
              <a:rPr lang="en-IN" smtClean="0"/>
              <a:t>30-11-2023</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8404150-0B1B-4816-9C38-728C84DF41F9}" type="slidenum">
              <a:rPr lang="en-IN" smtClean="0"/>
              <a:t>‹#›</a:t>
            </a:fld>
            <a:endParaRPr lang="en-IN"/>
          </a:p>
        </p:txBody>
      </p:sp>
    </p:spTree>
    <p:extLst>
      <p:ext uri="{BB962C8B-B14F-4D97-AF65-F5344CB8AC3E}">
        <p14:creationId xmlns:p14="http://schemas.microsoft.com/office/powerpoint/2010/main" val="447690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E8404150-0B1B-4816-9C38-728C84DF41F9}" type="slidenum">
              <a:rPr lang="en-IN" smtClean="0"/>
              <a:t>1</a:t>
            </a:fld>
            <a:endParaRPr lang="en-IN"/>
          </a:p>
        </p:txBody>
      </p:sp>
    </p:spTree>
    <p:extLst>
      <p:ext uri="{BB962C8B-B14F-4D97-AF65-F5344CB8AC3E}">
        <p14:creationId xmlns:p14="http://schemas.microsoft.com/office/powerpoint/2010/main" val="719016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0"/>
            <a:ext cx="9143999" cy="513543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Title 1"/>
          <p:cNvSpPr>
            <a:spLocks noGrp="1"/>
          </p:cNvSpPr>
          <p:nvPr>
            <p:ph type="ctrTitle"/>
          </p:nvPr>
        </p:nvSpPr>
        <p:spPr>
          <a:xfrm>
            <a:off x="685800" y="3355848"/>
            <a:ext cx="8077200" cy="1673352"/>
          </a:xfrm>
        </p:spPr>
        <p:txBody>
          <a:bodyPr vert="horz" lIns="91440" tIns="0" rIns="45720" bIns="0" rtlCol="0" anchor="t">
            <a:normAutofit/>
            <a:scene3d>
              <a:camera prst="orthographicFront"/>
              <a:lightRig rig="threePt" dir="t">
                <a:rot lat="0" lon="0" rev="4800000"/>
              </a:lightRig>
            </a:scene3d>
            <a:sp3d prstMaterial="matte">
              <a:bevelT w="50800" h="10160"/>
            </a:sp3d>
          </a:bodyPr>
          <a:lstStyle>
            <a:lvl1pPr algn="l">
              <a:defRPr sz="4700" b="1"/>
            </a:lvl1pPr>
            <a:extLst/>
          </a:lstStyle>
          <a:p>
            <a:r>
              <a:rPr kumimoji="0" lang="en-US" smtClean="0"/>
              <a:t>Click to edit Master title style</a:t>
            </a:r>
            <a:endParaRPr kumimoji="0" lang="en-US"/>
          </a:p>
        </p:txBody>
      </p:sp>
      <p:sp>
        <p:nvSpPr>
          <p:cNvPr id="3" name="Subtitle 2"/>
          <p:cNvSpPr>
            <a:spLocks noGrp="1"/>
          </p:cNvSpPr>
          <p:nvPr>
            <p:ph type="subTitle" idx="1"/>
          </p:nvPr>
        </p:nvSpPr>
        <p:spPr>
          <a:xfrm>
            <a:off x="685800" y="1828800"/>
            <a:ext cx="8077200" cy="1499616"/>
          </a:xfrm>
        </p:spPr>
        <p:txBody>
          <a:bodyPr lIns="118872" tIns="0" rIns="45720" bIns="0" anchor="b"/>
          <a:lstStyle>
            <a:lvl1pPr marL="0" indent="0" algn="l">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extLst/>
          </a:lstStyle>
          <a:p>
            <a:r>
              <a:rPr kumimoji="0" lang="en-US" smtClean="0"/>
              <a:t>Click to edit Master subtitle style</a:t>
            </a:r>
            <a:endParaRPr kumimoji="0" lang="en-US"/>
          </a:p>
        </p:txBody>
      </p:sp>
      <p:sp>
        <p:nvSpPr>
          <p:cNvPr id="4" name="Date Placeholder 3"/>
          <p:cNvSpPr>
            <a:spLocks noGrp="1"/>
          </p:cNvSpPr>
          <p:nvPr>
            <p:ph type="dt" sz="half" idx="10"/>
          </p:nvPr>
        </p:nvSpPr>
        <p:spPr/>
        <p:txBody>
          <a:bodyPr/>
          <a:lstStyle/>
          <a:p>
            <a:fld id="{52B2ECDB-F824-4C9D-9279-11B75044D6DB}" type="datetimeFigureOut">
              <a:rPr lang="en-IN" smtClean="0"/>
              <a:t>30-11-2023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D0E3CC4-30E3-4F48-8040-14561C29B4F8}" type="slidenum">
              <a:rPr lang="en-IN" smtClean="0"/>
              <a:t>‹#›</a:t>
            </a:fld>
            <a:endParaRPr lang="en-IN"/>
          </a:p>
        </p:txBody>
      </p:sp>
      <p:sp>
        <p:nvSpPr>
          <p:cNvPr id="10" name="Rectangle 9"/>
          <p:cNvSpPr/>
          <p:nvPr/>
        </p:nvSpPr>
        <p:spPr bwMode="invGray">
          <a:xfrm>
            <a:off x="0" y="5128334"/>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55448"/>
            <a:ext cx="8229600" cy="1252728"/>
          </a:xfrm>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2B2ECDB-F824-4C9D-9279-11B75044D6DB}" type="datetimeFigureOut">
              <a:rPr lang="en-IN" smtClean="0"/>
              <a:t>30-11-2023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D0E3CC4-30E3-4F48-8040-14561C29B4F8}"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1"/>
            <a:ext cx="9144000" cy="260252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12" name="Rectangle 11"/>
          <p:cNvSpPr/>
          <p:nvPr/>
        </p:nvSpPr>
        <p:spPr bwMode="invGray">
          <a:xfrm>
            <a:off x="0" y="260252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Title 1"/>
          <p:cNvSpPr>
            <a:spLocks noGrp="1"/>
          </p:cNvSpPr>
          <p:nvPr>
            <p:ph type="title"/>
          </p:nvPr>
        </p:nvSpPr>
        <p:spPr>
          <a:xfrm>
            <a:off x="749808" y="118872"/>
            <a:ext cx="8013192" cy="1636776"/>
          </a:xfrm>
        </p:spPr>
        <p:txBody>
          <a:bodyPr vert="horz" lIns="91440" tIns="0" rIns="91440" bIns="0" rtlCol="0" anchor="b">
            <a:normAutofit/>
            <a:scene3d>
              <a:camera prst="orthographicFront"/>
              <a:lightRig rig="threePt" dir="t">
                <a:rot lat="0" lon="0" rev="4800000"/>
              </a:lightRig>
            </a:scene3d>
            <a:sp3d prstMaterial="matte">
              <a:bevelT w="50800" h="10160"/>
            </a:sp3d>
          </a:bodyPr>
          <a:lstStyle>
            <a:lvl1pPr algn="l">
              <a:defRPr sz="47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740664" y="1828800"/>
            <a:ext cx="8022336" cy="685800"/>
          </a:xfrm>
        </p:spPr>
        <p:txBody>
          <a:bodyPr lIns="146304" tIns="0" rIns="45720" bIns="0" anchor="t"/>
          <a:lstStyle>
            <a:lvl1pPr marL="0" indent="0">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52B2ECDB-F824-4C9D-9279-11B75044D6DB}" type="datetimeFigureOut">
              <a:rPr lang="en-IN" smtClean="0"/>
              <a:t>30-11-2023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D0E3CC4-30E3-4F48-8040-14561C29B4F8}" type="slidenum">
              <a:rPr lang="en-IN" smtClean="0"/>
              <a:t>‹#›</a:t>
            </a:fld>
            <a:endParaRPr lang="en-IN"/>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773936"/>
            <a:ext cx="4038600" cy="4623816"/>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773936"/>
            <a:ext cx="4038600" cy="462381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52B2ECDB-F824-4C9D-9279-11B75044D6DB}" type="datetimeFigureOut">
              <a:rPr lang="en-IN" smtClean="0"/>
              <a:t>30-11-2023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D0E3CC4-30E3-4F48-8040-14561C29B4F8}"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698987"/>
            <a:ext cx="4040188"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smtClean="0"/>
              <a:t>Click to edit Master text styles</a:t>
            </a:r>
          </a:p>
        </p:txBody>
      </p:sp>
      <p:sp>
        <p:nvSpPr>
          <p:cNvPr id="4" name="Content Placeholder 3"/>
          <p:cNvSpPr>
            <a:spLocks noGrp="1"/>
          </p:cNvSpPr>
          <p:nvPr>
            <p:ph sz="half" idx="2"/>
          </p:nvPr>
        </p:nvSpPr>
        <p:spPr>
          <a:xfrm>
            <a:off x="457200" y="2449512"/>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Text Placeholder 4"/>
          <p:cNvSpPr>
            <a:spLocks noGrp="1"/>
          </p:cNvSpPr>
          <p:nvPr>
            <p:ph type="body" sz="quarter" idx="3"/>
          </p:nvPr>
        </p:nvSpPr>
        <p:spPr>
          <a:xfrm>
            <a:off x="4645025" y="1698987"/>
            <a:ext cx="4041775"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smtClean="0"/>
              <a:t>Click to edit Master text styles</a:t>
            </a:r>
          </a:p>
        </p:txBody>
      </p:sp>
      <p:sp>
        <p:nvSpPr>
          <p:cNvPr id="6" name="Content Placeholder 5"/>
          <p:cNvSpPr>
            <a:spLocks noGrp="1"/>
          </p:cNvSpPr>
          <p:nvPr>
            <p:ph sz="quarter" idx="4"/>
          </p:nvPr>
        </p:nvSpPr>
        <p:spPr>
          <a:xfrm>
            <a:off x="4645025" y="2449512"/>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52B2ECDB-F824-4C9D-9279-11B75044D6DB}" type="datetimeFigureOut">
              <a:rPr lang="en-IN" smtClean="0"/>
              <a:t>30-11-2023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D0E3CC4-30E3-4F48-8040-14561C29B4F8}"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52B2ECDB-F824-4C9D-9279-11B75044D6DB}" type="datetimeFigureOut">
              <a:rPr lang="en-IN" smtClean="0"/>
              <a:t>30-11-2023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D0E3CC4-30E3-4F48-8040-14561C29B4F8}"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2B2ECDB-F824-4C9D-9279-11B75044D6DB}" type="datetimeFigureOut">
              <a:rPr lang="en-IN" smtClean="0"/>
              <a:t>30-11-2023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D0E3CC4-30E3-4F48-8040-14561C29B4F8}"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838" y="152400"/>
            <a:ext cx="2523744" cy="978408"/>
          </a:xfrm>
        </p:spPr>
        <p:txBody>
          <a:bodyPr vert="horz" lIns="73152" rIns="45720" bIns="0" rtlCol="0" anchor="b">
            <a:normAutofit/>
            <a:sp3d prstMaterial="matte"/>
          </a:bodyPr>
          <a:lstStyle>
            <a:lvl1pPr algn="l">
              <a:defRPr sz="2000" b="0"/>
            </a:lvl1pPr>
            <a:extLst/>
          </a:lstStyle>
          <a:p>
            <a:r>
              <a:rPr kumimoji="0" lang="en-US" smtClean="0"/>
              <a:t>Click to edit Master title style</a:t>
            </a:r>
            <a:endParaRPr kumimoji="0" lang="en-US"/>
          </a:p>
        </p:txBody>
      </p:sp>
      <p:sp>
        <p:nvSpPr>
          <p:cNvPr id="3" name="Content Placeholder 2"/>
          <p:cNvSpPr>
            <a:spLocks noGrp="1"/>
          </p:cNvSpPr>
          <p:nvPr>
            <p:ph idx="1"/>
          </p:nvPr>
        </p:nvSpPr>
        <p:spPr>
          <a:xfrm>
            <a:off x="3019377" y="1743133"/>
            <a:ext cx="5920641" cy="455888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Text Placeholder 3"/>
          <p:cNvSpPr>
            <a:spLocks noGrp="1"/>
          </p:cNvSpPr>
          <p:nvPr>
            <p:ph type="body" sz="half" idx="2"/>
          </p:nvPr>
        </p:nvSpPr>
        <p:spPr>
          <a:xfrm>
            <a:off x="167838" y="1730018"/>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52B2ECDB-F824-4C9D-9279-11B75044D6DB}" type="datetimeFigureOut">
              <a:rPr lang="en-IN" smtClean="0"/>
              <a:t>30-11-2023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D0E3CC4-30E3-4F48-8040-14561C29B4F8}" type="slidenum">
              <a:rPr lang="en-IN" smtClean="0"/>
              <a:t>‹#›</a:t>
            </a:fld>
            <a:endParaRPr lang="en-IN"/>
          </a:p>
        </p:txBody>
      </p:sp>
      <p:sp>
        <p:nvSpPr>
          <p:cNvPr id="12" name="Rectangle 11"/>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9" name="Rectangle 8"/>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4592" y="155448"/>
            <a:ext cx="2525150" cy="978408"/>
          </a:xfrm>
        </p:spPr>
        <p:txBody>
          <a:bodyPr lIns="73152" bIns="0" anchor="b">
            <a:sp3d prstMaterial="matte"/>
          </a:bodyPr>
          <a:lstStyle>
            <a:lvl1pPr algn="l">
              <a:defRPr sz="2000" b="0"/>
            </a:lvl1pPr>
            <a:extLst/>
          </a:lstStyle>
          <a:p>
            <a:r>
              <a:rPr kumimoji="0" lang="en-US" smtClean="0"/>
              <a:t>Click to edit Master title style</a:t>
            </a:r>
            <a:endParaRPr kumimoji="0" lang="en-US"/>
          </a:p>
        </p:txBody>
      </p:sp>
      <p:sp>
        <p:nvSpPr>
          <p:cNvPr id="3" name="Picture Placeholder 2"/>
          <p:cNvSpPr>
            <a:spLocks noGrp="1"/>
          </p:cNvSpPr>
          <p:nvPr>
            <p:ph type="pic" idx="1"/>
          </p:nvPr>
        </p:nvSpPr>
        <p:spPr>
          <a:xfrm>
            <a:off x="2903805" y="1484808"/>
            <a:ext cx="6247397" cy="5373192"/>
          </a:xfrm>
          <a:solidFill>
            <a:schemeClr val="bg2">
              <a:shade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extLst/>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164592" y="1728216"/>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164592" y="1170432"/>
            <a:ext cx="2523744" cy="201168"/>
          </a:xfrm>
        </p:spPr>
        <p:txBody>
          <a:bodyPr/>
          <a:lstStyle/>
          <a:p>
            <a:fld id="{52B2ECDB-F824-4C9D-9279-11B75044D6DB}" type="datetimeFigureOut">
              <a:rPr lang="en-IN" smtClean="0"/>
              <a:t>30-11-2023</a:t>
            </a:fld>
            <a:endParaRPr lang="en-IN"/>
          </a:p>
        </p:txBody>
      </p:sp>
      <p:sp>
        <p:nvSpPr>
          <p:cNvPr id="11" name="Rectangle 10"/>
          <p:cNvSpPr/>
          <p:nvPr/>
        </p:nvSpPr>
        <p:spPr>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9" name="Rectangle 8"/>
          <p:cNvSpPr/>
          <p:nvPr/>
        </p:nvSpPr>
        <p:spPr bwMode="invGray">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6" name="Footer Placeholder 5"/>
          <p:cNvSpPr>
            <a:spLocks noGrp="1"/>
          </p:cNvSpPr>
          <p:nvPr>
            <p:ph type="ftr" sz="quarter" idx="11"/>
          </p:nvPr>
        </p:nvSpPr>
        <p:spPr>
          <a:xfrm>
            <a:off x="3035808" y="1170432"/>
            <a:ext cx="5193792" cy="201168"/>
          </a:xfrm>
        </p:spPr>
        <p:txBody>
          <a:bodyPr/>
          <a:lstStyle>
            <a:lvl1pPr>
              <a:defRPr>
                <a:solidFill>
                  <a:schemeClr val="bg1">
                    <a:shade val="50000"/>
                  </a:schemeClr>
                </a:solidFill>
              </a:defRPr>
            </a:lvl1pPr>
          </a:lstStyle>
          <a:p>
            <a:endParaRPr lang="en-IN"/>
          </a:p>
        </p:txBody>
      </p:sp>
      <p:sp>
        <p:nvSpPr>
          <p:cNvPr id="7" name="Slide Number Placeholder 6"/>
          <p:cNvSpPr>
            <a:spLocks noGrp="1"/>
          </p:cNvSpPr>
          <p:nvPr>
            <p:ph type="sldNum" sz="quarter" idx="12"/>
          </p:nvPr>
        </p:nvSpPr>
        <p:spPr>
          <a:xfrm>
            <a:off x="8339328" y="1170432"/>
            <a:ext cx="733864" cy="201168"/>
          </a:xfrm>
        </p:spPr>
        <p:txBody>
          <a:bodyPr/>
          <a:lstStyle/>
          <a:p>
            <a:fld id="{3D0E3CC4-30E3-4F48-8040-14561C29B4F8}" type="slidenum">
              <a:rPr lang="en-IN" smtClean="0"/>
              <a:t>‹#›</a:t>
            </a:fld>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2B2ECDB-F824-4C9D-9279-11B75044D6DB}" type="datetimeFigureOut">
              <a:rPr lang="en-IN" smtClean="0"/>
              <a:t>30-11-2023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D0E3CC4-30E3-4F48-8040-14561C29B4F8}"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p:cNvSpPr/>
          <p:nvPr/>
        </p:nvSpPr>
        <p:spPr bwMode="invGray">
          <a:xfrm>
            <a:off x="6598920" y="0"/>
            <a:ext cx="45720" cy="6858000"/>
          </a:xfrm>
          <a:prstGeom prst="rect">
            <a:avLst/>
          </a:prstGeom>
          <a:solidFill>
            <a:srgbClr val="FFFFFF"/>
          </a:solidFill>
          <a:ln w="48000" cap="flat" cmpd="thickThin" algn="ctr">
            <a:noFill/>
            <a:prstDash val="solid"/>
          </a:ln>
          <a:effectLst>
            <a:outerShdw blurRad="31750" dist="10160" dir="108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8" name="Rectangle 7"/>
          <p:cNvSpPr/>
          <p:nvPr/>
        </p:nvSpPr>
        <p:spPr bwMode="ltGray">
          <a:xfrm>
            <a:off x="6647687" y="0"/>
            <a:ext cx="2514601" cy="685800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Vertical Title 1"/>
          <p:cNvSpPr>
            <a:spLocks noGrp="1"/>
          </p:cNvSpPr>
          <p:nvPr>
            <p:ph type="title" orient="vert"/>
          </p:nvPr>
        </p:nvSpPr>
        <p:spPr>
          <a:xfrm>
            <a:off x="6781800" y="274640"/>
            <a:ext cx="1905000" cy="5851525"/>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304800"/>
            <a:ext cx="60198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2B2ECDB-F824-4C9D-9279-11B75044D6DB}" type="datetimeFigureOut">
              <a:rPr lang="en-IN" smtClean="0"/>
              <a:t>30-11-2023</a:t>
            </a:fld>
            <a:endParaRPr lang="en-IN"/>
          </a:p>
        </p:txBody>
      </p:sp>
      <p:sp>
        <p:nvSpPr>
          <p:cNvPr id="5" name="Footer Placeholder 4"/>
          <p:cNvSpPr>
            <a:spLocks noGrp="1"/>
          </p:cNvSpPr>
          <p:nvPr>
            <p:ph type="ftr" sz="quarter" idx="11"/>
          </p:nvPr>
        </p:nvSpPr>
        <p:spPr>
          <a:xfrm>
            <a:off x="2640597" y="6377459"/>
            <a:ext cx="3836404" cy="365125"/>
          </a:xfrm>
        </p:spPr>
        <p:txBody>
          <a:bodyPr/>
          <a:lstStyle/>
          <a:p>
            <a:endParaRPr lang="en-IN"/>
          </a:p>
        </p:txBody>
      </p:sp>
      <p:sp>
        <p:nvSpPr>
          <p:cNvPr id="6" name="Slide Number Placeholder 5"/>
          <p:cNvSpPr>
            <a:spLocks noGrp="1"/>
          </p:cNvSpPr>
          <p:nvPr>
            <p:ph type="sldNum" sz="quarter" idx="12"/>
          </p:nvPr>
        </p:nvSpPr>
        <p:spPr/>
        <p:txBody>
          <a:bodyPr/>
          <a:lstStyle/>
          <a:p>
            <a:fld id="{3D0E3CC4-30E3-4F48-8040-14561C29B4F8}"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bwMode="invGray">
          <a:xfrm>
            <a:off x="0" y="1435895"/>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7" name="Rectangle 6"/>
          <p:cNvSpPr/>
          <p:nvPr/>
        </p:nvSpPr>
        <p:spPr bwMode="ltGray">
          <a:xfrm>
            <a:off x="0" y="0"/>
            <a:ext cx="9143999" cy="1433733"/>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Title Placeholder 1"/>
          <p:cNvSpPr>
            <a:spLocks noGrp="1"/>
          </p:cNvSpPr>
          <p:nvPr>
            <p:ph type="title"/>
          </p:nvPr>
        </p:nvSpPr>
        <p:spPr>
          <a:xfrm>
            <a:off x="457200" y="152400"/>
            <a:ext cx="8229600" cy="1251062"/>
          </a:xfrm>
          <a:prstGeom prst="rect">
            <a:avLst/>
          </a:prstGeom>
        </p:spPr>
        <p:txBody>
          <a:bodyPr vert="horz" lIns="91440" rIns="45720" rtlCol="0" anchor="ctr">
            <a:normAutofit/>
            <a:scene3d>
              <a:camera prst="orthographicFront"/>
              <a:lightRig rig="threePt" dir="t">
                <a:rot lat="0" lon="0" rev="4800000"/>
              </a:lightRig>
            </a:scene3d>
            <a:sp3d prstMaterial="matte">
              <a:bevelT w="50800" h="10160"/>
            </a:sp3d>
          </a:bodyPr>
          <a:lstStyle>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775191"/>
            <a:ext cx="8229600" cy="4625609"/>
          </a:xfrm>
          <a:prstGeom prst="rect">
            <a:avLst/>
          </a:prstGeom>
        </p:spPr>
        <p:txBody>
          <a:bodyPr vert="horz" lIns="54864" tIns="91440" rtlCol="0">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4" name="Date Placeholder 3"/>
          <p:cNvSpPr>
            <a:spLocks noGrp="1"/>
          </p:cNvSpPr>
          <p:nvPr>
            <p:ph type="dt" sz="half" idx="2"/>
          </p:nvPr>
        </p:nvSpPr>
        <p:spPr>
          <a:xfrm>
            <a:off x="457200" y="6476999"/>
            <a:ext cx="2133600" cy="274320"/>
          </a:xfrm>
          <a:prstGeom prst="rect">
            <a:avLst/>
          </a:prstGeom>
        </p:spPr>
        <p:txBody>
          <a:bodyPr vert="horz" lIns="109728" rIns="45720" bIns="0" rtlCol="0" anchor="b"/>
          <a:lstStyle>
            <a:lvl1pPr algn="l" eaLnBrk="1" latinLnBrk="0" hangingPunct="1">
              <a:defRPr kumimoji="0" sz="1200">
                <a:solidFill>
                  <a:schemeClr val="tx1">
                    <a:tint val="95000"/>
                  </a:schemeClr>
                </a:solidFill>
              </a:defRPr>
            </a:lvl1pPr>
            <a:extLst/>
          </a:lstStyle>
          <a:p>
            <a:fld id="{52B2ECDB-F824-4C9D-9279-11B75044D6DB}" type="datetimeFigureOut">
              <a:rPr lang="en-IN" smtClean="0"/>
              <a:t>30-11-2023</a:t>
            </a:fld>
            <a:endParaRPr lang="en-IN"/>
          </a:p>
        </p:txBody>
      </p:sp>
      <p:sp>
        <p:nvSpPr>
          <p:cNvPr id="5" name="Footer Placeholder 4"/>
          <p:cNvSpPr>
            <a:spLocks noGrp="1"/>
          </p:cNvSpPr>
          <p:nvPr>
            <p:ph type="ftr" sz="quarter" idx="3"/>
          </p:nvPr>
        </p:nvSpPr>
        <p:spPr>
          <a:xfrm>
            <a:off x="2640596" y="6476999"/>
            <a:ext cx="5507719" cy="274320"/>
          </a:xfrm>
          <a:prstGeom prst="rect">
            <a:avLst/>
          </a:prstGeom>
        </p:spPr>
        <p:txBody>
          <a:bodyPr vert="horz" lIns="45720" rIns="45720" bIns="0" rtlCol="0" anchor="b"/>
          <a:lstStyle>
            <a:lvl1pPr algn="l" eaLnBrk="1" latinLnBrk="0" hangingPunct="1">
              <a:defRPr kumimoji="0" sz="1200">
                <a:solidFill>
                  <a:schemeClr val="tx1">
                    <a:tint val="95000"/>
                  </a:schemeClr>
                </a:solidFill>
              </a:defRPr>
            </a:lvl1pPr>
            <a:extLst/>
          </a:lstStyle>
          <a:p>
            <a:endParaRPr lang="en-IN"/>
          </a:p>
        </p:txBody>
      </p:sp>
      <p:sp>
        <p:nvSpPr>
          <p:cNvPr id="6" name="Slide Number Placeholder 5"/>
          <p:cNvSpPr>
            <a:spLocks noGrp="1"/>
          </p:cNvSpPr>
          <p:nvPr>
            <p:ph type="sldNum" sz="quarter" idx="4"/>
          </p:nvPr>
        </p:nvSpPr>
        <p:spPr>
          <a:xfrm>
            <a:off x="8204396" y="6476999"/>
            <a:ext cx="733864" cy="274320"/>
          </a:xfrm>
          <a:prstGeom prst="rect">
            <a:avLst/>
          </a:prstGeom>
        </p:spPr>
        <p:txBody>
          <a:bodyPr vert="horz" bIns="0" rtlCol="0" anchor="b"/>
          <a:lstStyle>
            <a:lvl1pPr algn="r" eaLnBrk="1" latinLnBrk="0" hangingPunct="1">
              <a:defRPr kumimoji="0" sz="1200">
                <a:solidFill>
                  <a:schemeClr val="tx1">
                    <a:tint val="95000"/>
                  </a:schemeClr>
                </a:solidFill>
              </a:defRPr>
            </a:lvl1pPr>
            <a:extLst/>
          </a:lstStyle>
          <a:p>
            <a:fld id="{3D0E3CC4-30E3-4F48-8040-14561C29B4F8}"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500" b="1" kern="1200">
          <a:solidFill>
            <a:schemeClr val="accent1">
              <a:satMod val="150000"/>
            </a:schemeClr>
          </a:solidFill>
          <a:effectLst/>
          <a:latin typeface="+mj-lt"/>
          <a:ea typeface="+mj-ea"/>
          <a:cs typeface="+mj-cs"/>
        </a:defRPr>
      </a:lvl1pPr>
      <a:extLst/>
    </p:titleStyle>
    <p:bodyStyle>
      <a:lvl1pPr marL="438912" indent="-320040" algn="l" rtl="0" eaLnBrk="1" latinLnBrk="0" hangingPunct="1">
        <a:spcBef>
          <a:spcPts val="0"/>
        </a:spcBef>
        <a:buClr>
          <a:schemeClr val="accent1"/>
        </a:buClr>
        <a:buSzPct val="80000"/>
        <a:buFont typeface="Wingdings 2"/>
        <a:buChar char=""/>
        <a:defRPr kumimoji="0" sz="3200" kern="1200">
          <a:solidFill>
            <a:schemeClr val="tx1"/>
          </a:solidFill>
          <a:latin typeface="+mn-lt"/>
          <a:ea typeface="+mn-ea"/>
          <a:cs typeface="+mn-cs"/>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tx1"/>
          </a:solidFill>
          <a:latin typeface="+mn-lt"/>
          <a:ea typeface="+mn-ea"/>
          <a:cs typeface="+mn-cs"/>
        </a:defRPr>
      </a:lvl2pPr>
      <a:lvl3pPr marL="996696" indent="-228600" algn="l" rtl="0" eaLnBrk="1" latinLnBrk="0" hangingPunct="1">
        <a:spcBef>
          <a:spcPct val="20000"/>
        </a:spcBef>
        <a:buClr>
          <a:schemeClr val="accent3"/>
        </a:buClr>
        <a:buFont typeface="Arial"/>
        <a:buChar char="▪"/>
        <a:defRPr kumimoji="0" sz="2400" kern="1200">
          <a:solidFill>
            <a:schemeClr val="tx1"/>
          </a:solidFill>
          <a:latin typeface="+mn-lt"/>
          <a:ea typeface="+mn-ea"/>
          <a:cs typeface="+mn-cs"/>
        </a:defRPr>
      </a:lvl3pPr>
      <a:lvl4pPr marL="1216152" indent="-182880" algn="l" rtl="0" eaLnBrk="1" latinLnBrk="0" hangingPunct="1">
        <a:spcBef>
          <a:spcPct val="20000"/>
        </a:spcBef>
        <a:buClr>
          <a:schemeClr val="accent4"/>
        </a:buClr>
        <a:buFont typeface="Arial"/>
        <a:buChar char="▪"/>
        <a:defRPr kumimoji="0" sz="2000" kern="1200">
          <a:solidFill>
            <a:schemeClr val="tx1"/>
          </a:solidFill>
          <a:latin typeface="+mn-lt"/>
          <a:ea typeface="+mn-ea"/>
          <a:cs typeface="+mn-cs"/>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mn-lt"/>
          <a:ea typeface="+mn-ea"/>
          <a:cs typeface="+mn-cs"/>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2" Type="http://schemas.openxmlformats.org/officeDocument/2006/relationships/hyperlink" Target="https://ecomputernotes.com/fundamental/introduction-to-computer/invented-the-first-computer"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jpeg"/><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0.jpeg"/><Relationship Id="rId4" Type="http://schemas.openxmlformats.org/officeDocument/2006/relationships/image" Target="../media/image4.png"/><Relationship Id="rId9" Type="http://schemas.openxmlformats.org/officeDocument/2006/relationships/image" Target="../media/image9.jpeg"/></Relationships>
</file>

<file path=ppt/slides/_rels/slide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755576" y="2852936"/>
            <a:ext cx="5628928" cy="1008112"/>
          </a:xfrm>
        </p:spPr>
        <p:txBody>
          <a:bodyPr>
            <a:normAutofit/>
          </a:bodyPr>
          <a:lstStyle/>
          <a:p>
            <a:r>
              <a:rPr lang="en-US" sz="2000" dirty="0" smtClean="0"/>
              <a:t>Type of computer</a:t>
            </a:r>
            <a:endParaRPr lang="en-IN" sz="2000" dirty="0"/>
          </a:p>
        </p:txBody>
      </p:sp>
      <p:sp>
        <p:nvSpPr>
          <p:cNvPr id="3" name="Subtitle 2"/>
          <p:cNvSpPr>
            <a:spLocks noGrp="1"/>
          </p:cNvSpPr>
          <p:nvPr>
            <p:ph type="subTitle" idx="1"/>
          </p:nvPr>
        </p:nvSpPr>
        <p:spPr>
          <a:xfrm>
            <a:off x="611560" y="1340768"/>
            <a:ext cx="8077200" cy="1499616"/>
          </a:xfrm>
        </p:spPr>
        <p:txBody>
          <a:bodyPr>
            <a:normAutofit/>
          </a:bodyPr>
          <a:lstStyle/>
          <a:p>
            <a:r>
              <a:rPr lang="en-US" sz="6600" dirty="0" smtClean="0"/>
              <a:t>COMPUTER </a:t>
            </a:r>
            <a:endParaRPr lang="en-IN" sz="6600" dirty="0"/>
          </a:p>
        </p:txBody>
      </p:sp>
      <p:sp>
        <p:nvSpPr>
          <p:cNvPr id="4" name="TextBox 3"/>
          <p:cNvSpPr txBox="1"/>
          <p:nvPr/>
        </p:nvSpPr>
        <p:spPr>
          <a:xfrm>
            <a:off x="683568" y="4725144"/>
            <a:ext cx="4392488" cy="369332"/>
          </a:xfrm>
          <a:prstGeom prst="rect">
            <a:avLst/>
          </a:prstGeom>
          <a:noFill/>
        </p:spPr>
        <p:txBody>
          <a:bodyPr wrap="square" rtlCol="0">
            <a:spAutoFit/>
          </a:bodyPr>
          <a:lstStyle/>
          <a:p>
            <a:r>
              <a:rPr lang="en-US" dirty="0" smtClean="0">
                <a:solidFill>
                  <a:schemeClr val="bg1"/>
                </a:solidFill>
              </a:rPr>
              <a:t>PRESENTED  BY :-</a:t>
            </a:r>
            <a:endParaRPr lang="en-IN" dirty="0">
              <a:solidFill>
                <a:schemeClr val="bg1"/>
              </a:solidFill>
            </a:endParaRPr>
          </a:p>
        </p:txBody>
      </p:sp>
      <p:sp>
        <p:nvSpPr>
          <p:cNvPr id="5" name="TextBox 4"/>
          <p:cNvSpPr txBox="1"/>
          <p:nvPr/>
        </p:nvSpPr>
        <p:spPr>
          <a:xfrm>
            <a:off x="755576" y="5301208"/>
            <a:ext cx="4824536" cy="923330"/>
          </a:xfrm>
          <a:prstGeom prst="rect">
            <a:avLst/>
          </a:prstGeom>
          <a:noFill/>
        </p:spPr>
        <p:txBody>
          <a:bodyPr wrap="square" rtlCol="0">
            <a:spAutoFit/>
          </a:bodyPr>
          <a:lstStyle/>
          <a:p>
            <a:r>
              <a:rPr lang="en-US" dirty="0" smtClean="0"/>
              <a:t>~</a:t>
            </a:r>
            <a:r>
              <a:rPr lang="en-US" dirty="0" err="1" smtClean="0"/>
              <a:t>Mohd</a:t>
            </a:r>
            <a:r>
              <a:rPr lang="en-US" dirty="0" smtClean="0"/>
              <a:t>. </a:t>
            </a:r>
            <a:r>
              <a:rPr lang="en-US" dirty="0" err="1" smtClean="0"/>
              <a:t>Farukh</a:t>
            </a:r>
            <a:r>
              <a:rPr lang="en-US" dirty="0" smtClean="0"/>
              <a:t> Khan</a:t>
            </a:r>
          </a:p>
          <a:p>
            <a:r>
              <a:rPr lang="en-US" dirty="0" smtClean="0"/>
              <a:t>~</a:t>
            </a:r>
            <a:r>
              <a:rPr lang="en-US" dirty="0" err="1" smtClean="0"/>
              <a:t>Mantasha</a:t>
            </a:r>
            <a:r>
              <a:rPr lang="en-US" dirty="0" smtClean="0"/>
              <a:t> </a:t>
            </a:r>
            <a:r>
              <a:rPr lang="en-US" dirty="0" err="1" smtClean="0"/>
              <a:t>Naz</a:t>
            </a:r>
            <a:endParaRPr lang="en-US" dirty="0" smtClean="0"/>
          </a:p>
          <a:p>
            <a:r>
              <a:rPr lang="en-US" dirty="0" smtClean="0"/>
              <a:t>~</a:t>
            </a:r>
            <a:r>
              <a:rPr lang="en-US" dirty="0" err="1" smtClean="0"/>
              <a:t>Amaan</a:t>
            </a:r>
            <a:r>
              <a:rPr lang="en-US" dirty="0" smtClean="0"/>
              <a:t> </a:t>
            </a:r>
            <a:r>
              <a:rPr lang="en-US" dirty="0" err="1" smtClean="0"/>
              <a:t>Siddiqui</a:t>
            </a:r>
            <a:r>
              <a:rPr lang="en-US" dirty="0" smtClean="0"/>
              <a:t> </a:t>
            </a:r>
            <a:endParaRPr lang="en-IN" dirty="0"/>
          </a:p>
        </p:txBody>
      </p:sp>
    </p:spTree>
    <p:extLst>
      <p:ext uri="{BB962C8B-B14F-4D97-AF65-F5344CB8AC3E}">
        <p14:creationId xmlns:p14="http://schemas.microsoft.com/office/powerpoint/2010/main" val="1098984890"/>
      </p:ext>
    </p:extLst>
  </p:cSld>
  <p:clrMapOvr>
    <a:overrideClrMapping bg1="lt1" tx1="dk1" bg2="lt2" tx2="dk2" accent1="accent1" accent2="accent2" accent3="accent3" accent4="accent4" accent5="accent5" accent6="accent6" hlink="hlink" folHlink="folHlink"/>
  </p:clrMapOvr>
  <p:transition spd="slow">
    <p:wip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COMPUTER</a:t>
            </a:r>
            <a:endParaRPr lang="en-IN" dirty="0"/>
          </a:p>
        </p:txBody>
      </p:sp>
      <p:sp>
        <p:nvSpPr>
          <p:cNvPr id="3" name="Content Placeholder 2"/>
          <p:cNvSpPr>
            <a:spLocks noGrp="1"/>
          </p:cNvSpPr>
          <p:nvPr>
            <p:ph idx="1"/>
          </p:nvPr>
        </p:nvSpPr>
        <p:spPr/>
        <p:txBody>
          <a:bodyPr>
            <a:normAutofit/>
          </a:bodyPr>
          <a:lstStyle/>
          <a:p>
            <a:pPr marL="118872" indent="0" algn="just">
              <a:buNone/>
            </a:pPr>
            <a:r>
              <a:rPr lang="en-US" dirty="0" smtClean="0"/>
              <a:t>Computer </a:t>
            </a:r>
            <a:r>
              <a:rPr lang="en-US" dirty="0"/>
              <a:t>is an electronic device that is designed to work with </a:t>
            </a:r>
            <a:r>
              <a:rPr lang="en-US" dirty="0" smtClean="0"/>
              <a:t>Information.</a:t>
            </a:r>
          </a:p>
          <a:p>
            <a:pPr marL="118872" indent="0" algn="just">
              <a:buNone/>
            </a:pPr>
            <a:r>
              <a:rPr lang="en-US" dirty="0"/>
              <a:t>It represents the decimal numbers through a string of binary </a:t>
            </a:r>
            <a:r>
              <a:rPr lang="en-US" dirty="0" smtClean="0"/>
              <a:t>digits</a:t>
            </a:r>
            <a:endParaRPr lang="en-US" dirty="0"/>
          </a:p>
          <a:p>
            <a:pPr marL="118872" indent="0" algn="just">
              <a:buNone/>
            </a:pPr>
            <a:r>
              <a:rPr lang="en-US" b="1" dirty="0">
                <a:hlinkClick r:id="rId2"/>
              </a:rPr>
              <a:t>Charles Babbage</a:t>
            </a:r>
            <a:r>
              <a:rPr lang="en-US" dirty="0"/>
              <a:t> is called the “</a:t>
            </a:r>
            <a:r>
              <a:rPr lang="en-US" b="1" dirty="0"/>
              <a:t>Grand Father</a:t>
            </a:r>
            <a:r>
              <a:rPr lang="en-US" dirty="0"/>
              <a:t>” of the computer. The </a:t>
            </a:r>
            <a:r>
              <a:rPr lang="en-US" b="1" dirty="0"/>
              <a:t>First mechanical computer designed by Charles Babbage</a:t>
            </a:r>
            <a:r>
              <a:rPr lang="en-US" dirty="0"/>
              <a:t> was called </a:t>
            </a:r>
            <a:r>
              <a:rPr lang="en-US" b="1" dirty="0"/>
              <a:t>Analytical </a:t>
            </a:r>
            <a:r>
              <a:rPr lang="en-US" b="1" dirty="0" smtClean="0"/>
              <a:t>Engine</a:t>
            </a:r>
            <a:endParaRPr lang="en-US" dirty="0" smtClean="0"/>
          </a:p>
          <a:p>
            <a:pPr marL="118872" indent="0" algn="just">
              <a:buNone/>
            </a:pPr>
            <a:endParaRPr lang="en-IN" dirty="0"/>
          </a:p>
        </p:txBody>
      </p:sp>
    </p:spTree>
    <p:extLst>
      <p:ext uri="{BB962C8B-B14F-4D97-AF65-F5344CB8AC3E}">
        <p14:creationId xmlns:p14="http://schemas.microsoft.com/office/powerpoint/2010/main" val="2881158741"/>
      </p:ext>
    </p:extLst>
  </p:cSld>
  <p:clrMapOvr>
    <a:masterClrMapping/>
  </p:clrMapOvr>
  <p:transition spd="slow">
    <p:wip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260648"/>
            <a:ext cx="8229600" cy="897288"/>
          </a:xfrm>
        </p:spPr>
        <p:txBody>
          <a:bodyPr/>
          <a:lstStyle/>
          <a:p>
            <a:r>
              <a:rPr lang="en-US" dirty="0" smtClean="0"/>
              <a:t>           TYPE OF COMPUTER</a:t>
            </a:r>
            <a:endParaRPr lang="en-IN" dirty="0"/>
          </a:p>
        </p:txBody>
      </p:sp>
      <p:sp>
        <p:nvSpPr>
          <p:cNvPr id="3" name="Content Placeholder 2"/>
          <p:cNvSpPr>
            <a:spLocks noGrp="1"/>
          </p:cNvSpPr>
          <p:nvPr>
            <p:ph idx="1"/>
          </p:nvPr>
        </p:nvSpPr>
        <p:spPr>
          <a:xfrm>
            <a:off x="179512" y="1556793"/>
            <a:ext cx="8784976" cy="4844008"/>
          </a:xfrm>
        </p:spPr>
        <p:txBody>
          <a:bodyPr>
            <a:normAutofit/>
          </a:bodyPr>
          <a:lstStyle/>
          <a:p>
            <a:pPr marL="118872" indent="0">
              <a:buNone/>
            </a:pPr>
            <a:r>
              <a:rPr lang="en-US" sz="2800" dirty="0">
                <a:latin typeface="Arial Rounded MT Bold" pitchFamily="34" charset="0"/>
              </a:rPr>
              <a:t>We will discuss the type of computers on the basis of size and data handling capabilities. We will discuss each type of computer in </a:t>
            </a:r>
            <a:r>
              <a:rPr lang="en-US" sz="2800" dirty="0" smtClean="0">
                <a:latin typeface="Arial Rounded MT Bold" pitchFamily="34" charset="0"/>
              </a:rPr>
              <a:t>detail.</a:t>
            </a:r>
          </a:p>
          <a:p>
            <a:pPr marL="118872" indent="0">
              <a:buNone/>
            </a:pPr>
            <a:endParaRPr lang="en-US" sz="2800" dirty="0">
              <a:latin typeface="Arial Rounded MT Bold" pitchFamily="34" charset="0"/>
            </a:endParaRPr>
          </a:p>
          <a:p>
            <a:pPr fontAlgn="base"/>
            <a:r>
              <a:rPr lang="it-IT" sz="2400" dirty="0">
                <a:latin typeface="Arial Narrow" pitchFamily="34" charset="0"/>
              </a:rPr>
              <a:t>Super </a:t>
            </a:r>
            <a:r>
              <a:rPr lang="it-IT" sz="2400" dirty="0" smtClean="0">
                <a:latin typeface="Arial Narrow" pitchFamily="34" charset="0"/>
              </a:rPr>
              <a:t>Computer                                    </a:t>
            </a:r>
            <a:endParaRPr lang="it-IT" sz="2400" dirty="0">
              <a:latin typeface="Arial Narrow" pitchFamily="34" charset="0"/>
            </a:endParaRPr>
          </a:p>
          <a:p>
            <a:pPr fontAlgn="base"/>
            <a:r>
              <a:rPr lang="it-IT" sz="2400" dirty="0">
                <a:latin typeface="Arial Narrow" pitchFamily="34" charset="0"/>
              </a:rPr>
              <a:t>Mainframe computer</a:t>
            </a:r>
          </a:p>
          <a:p>
            <a:pPr fontAlgn="base"/>
            <a:r>
              <a:rPr lang="it-IT" sz="2400" dirty="0">
                <a:latin typeface="Arial Narrow" pitchFamily="34" charset="0"/>
              </a:rPr>
              <a:t>Mini </a:t>
            </a:r>
            <a:r>
              <a:rPr lang="it-IT" sz="2400" dirty="0" smtClean="0">
                <a:latin typeface="Arial Narrow" pitchFamily="34" charset="0"/>
              </a:rPr>
              <a:t>Computer</a:t>
            </a:r>
          </a:p>
          <a:p>
            <a:pPr fontAlgn="base"/>
            <a:r>
              <a:rPr lang="en-IN" sz="2400" dirty="0" smtClean="0">
                <a:latin typeface="Arial Narrow" pitchFamily="34" charset="0"/>
              </a:rPr>
              <a:t>Personal </a:t>
            </a:r>
            <a:r>
              <a:rPr lang="en-IN" sz="2400" dirty="0">
                <a:latin typeface="Arial Narrow" pitchFamily="34" charset="0"/>
              </a:rPr>
              <a:t>Computer (PC)</a:t>
            </a:r>
          </a:p>
          <a:p>
            <a:pPr fontAlgn="base"/>
            <a:r>
              <a:rPr lang="en-US" sz="2400" dirty="0">
                <a:latin typeface="Arial Narrow" pitchFamily="34" charset="0"/>
              </a:rPr>
              <a:t>Hybrid Computer</a:t>
            </a:r>
          </a:p>
          <a:p>
            <a:pPr fontAlgn="base"/>
            <a:r>
              <a:rPr lang="en-US" sz="2400" dirty="0">
                <a:latin typeface="Arial Narrow" pitchFamily="34" charset="0"/>
              </a:rPr>
              <a:t>Tablets and </a:t>
            </a:r>
            <a:r>
              <a:rPr lang="en-US" sz="2400" dirty="0" smtClean="0">
                <a:latin typeface="Arial Narrow" pitchFamily="34" charset="0"/>
              </a:rPr>
              <a:t>Smartphone</a:t>
            </a:r>
          </a:p>
          <a:p>
            <a:pPr fontAlgn="base"/>
            <a:r>
              <a:rPr lang="en-IN" sz="2400" dirty="0" err="1" smtClean="0">
                <a:latin typeface="Arial Narrow" pitchFamily="34" charset="0"/>
                <a:ea typeface="Arial Unicode MS" pitchFamily="34" charset="-128"/>
                <a:cs typeface="Arial Unicode MS" pitchFamily="34" charset="-128"/>
              </a:rPr>
              <a:t>Analog</a:t>
            </a:r>
            <a:r>
              <a:rPr lang="en-IN" sz="2400" dirty="0">
                <a:latin typeface="Arial Narrow" pitchFamily="34" charset="0"/>
                <a:ea typeface="Arial Unicode MS" pitchFamily="34" charset="-128"/>
                <a:cs typeface="Arial Unicode MS" pitchFamily="34" charset="-128"/>
              </a:rPr>
              <a:t> </a:t>
            </a:r>
            <a:r>
              <a:rPr lang="en-IN" sz="2400" dirty="0" smtClean="0">
                <a:latin typeface="Arial Narrow" pitchFamily="34" charset="0"/>
                <a:ea typeface="Arial Unicode MS" pitchFamily="34" charset="-128"/>
                <a:cs typeface="Arial Unicode MS" pitchFamily="34" charset="-128"/>
              </a:rPr>
              <a:t>Computer</a:t>
            </a:r>
          </a:p>
          <a:p>
            <a:pPr fontAlgn="base"/>
            <a:r>
              <a:rPr lang="en-US" sz="2400" dirty="0" smtClean="0">
                <a:latin typeface="Arial Narrow" pitchFamily="34" charset="0"/>
                <a:ea typeface="Arial Unicode MS" pitchFamily="34" charset="-128"/>
                <a:cs typeface="Arial Unicode MS" pitchFamily="34" charset="-128"/>
              </a:rPr>
              <a:t>Digital computer</a:t>
            </a:r>
            <a:endParaRPr lang="en-IN" sz="2400" dirty="0">
              <a:latin typeface="Arial Narrow" pitchFamily="34" charset="0"/>
              <a:ea typeface="Arial Unicode MS" pitchFamily="34" charset="-128"/>
              <a:cs typeface="Arial Unicode MS" pitchFamily="34" charset="-128"/>
            </a:endParaRPr>
          </a:p>
          <a:p>
            <a:pPr marL="118872" indent="0" fontAlgn="base">
              <a:buNone/>
            </a:pPr>
            <a:endParaRPr lang="en-US" sz="2400" dirty="0">
              <a:latin typeface="Arial Narrow" pitchFamily="34" charset="0"/>
            </a:endParaRPr>
          </a:p>
          <a:p>
            <a:pPr marL="118872" indent="0">
              <a:buNone/>
            </a:pPr>
            <a:endParaRPr lang="en-IN" sz="2800" dirty="0">
              <a:latin typeface="Arial Rounded MT Bold" pitchFamily="34" charset="0"/>
            </a:endParaRPr>
          </a:p>
        </p:txBody>
      </p:sp>
    </p:spTree>
    <p:extLst>
      <p:ext uri="{BB962C8B-B14F-4D97-AF65-F5344CB8AC3E}">
        <p14:creationId xmlns:p14="http://schemas.microsoft.com/office/powerpoint/2010/main" val="3974714102"/>
      </p:ext>
    </p:extLst>
  </p:cSld>
  <p:clrMapOvr>
    <a:masterClrMapping/>
  </p:clrMapOvr>
  <p:transition spd="slow">
    <p:wip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asus\AppData\Local\Microsoft\Windows\INetCache\IE\NHB8IC5M\Summit-supercomputer[1].jpg"/>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965258" y="1809630"/>
            <a:ext cx="1806542" cy="120188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755576" y="3011514"/>
            <a:ext cx="7920879" cy="369332"/>
          </a:xfrm>
          <a:prstGeom prst="rect">
            <a:avLst/>
          </a:prstGeom>
          <a:noFill/>
        </p:spPr>
        <p:txBody>
          <a:bodyPr wrap="square" rtlCol="0">
            <a:spAutoFit/>
          </a:bodyPr>
          <a:lstStyle/>
          <a:p>
            <a:r>
              <a:rPr lang="en-US" b="1" u="sng" dirty="0" smtClean="0"/>
              <a:t>SUPERCOMPUTER  </a:t>
            </a:r>
            <a:r>
              <a:rPr lang="en-US" b="1" dirty="0" smtClean="0"/>
              <a:t>                  </a:t>
            </a:r>
            <a:r>
              <a:rPr lang="en-US" b="1" u="sng" dirty="0" smtClean="0"/>
              <a:t>MINICOMPUTER  </a:t>
            </a:r>
            <a:r>
              <a:rPr lang="en-US" b="1" dirty="0" smtClean="0"/>
              <a:t>              </a:t>
            </a:r>
            <a:r>
              <a:rPr lang="en-US" b="1" u="sng" dirty="0" smtClean="0"/>
              <a:t>MAINFRAM COMPUTER</a:t>
            </a:r>
            <a:endParaRPr lang="en-IN" b="1" u="sng" dirty="0"/>
          </a:p>
        </p:txBody>
      </p:sp>
      <p:pic>
        <p:nvPicPr>
          <p:cNvPr id="7" name="Picture 4" descr="C:\Users\asus\AppData\Local\Microsoft\Windows\INetCache\IE\NHB8IC5M\CPT_8100_Word_Processor_Desktop_Microcomputer_5185A65A[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23928" y="1960445"/>
            <a:ext cx="1230025" cy="105106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5" descr="C:\Users\asus\AppData\Local\Microsoft\Windows\INetCache\IE\EN16CS69\70263-zec12-mainframe-computer-ibm-free-clipart-hq[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16216" y="1752086"/>
            <a:ext cx="1260737" cy="125942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descr="C:\Users\asus\AppData\Local\Microsoft\Windows\INetCache\IE\NHB8IC5M\2017-08-22-09-44-04[1].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765258" y="3645024"/>
            <a:ext cx="1547364" cy="1031474"/>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7" descr="C:\Users\asus\AppData\Local\Microsoft\Windows\INetCache\IE\EN16CS69\one_notebook_onegx1_handheld_gaming_laptop_with_detachable_gamepad_1[1].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862148" y="3649393"/>
            <a:ext cx="1289720" cy="1117757"/>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9" descr="C:\Users\asus\AppData\Local\Microsoft\Windows\INetCache\IE\YR997YAY\samsung_galaxy_book_2018_touchscreen_tablet_laptop_3[1].jp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25047" y="3830147"/>
            <a:ext cx="1728192" cy="846351"/>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descr="C:\Users\asus\AppData\Local\Microsoft\Windows\INetCache\IE\DURA23GC\21890-2-smartphone-image[1].pn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115616" y="5301208"/>
            <a:ext cx="673527" cy="1131188"/>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https://tse4.mm.bing.net/th?id=OIP.L4996jL0VI1b61WgrHN63AHaE4&amp;pid=Api&amp;P=0&amp;h=18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751337" y="5301208"/>
            <a:ext cx="1726628" cy="1138436"/>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https://tse1.mm.bing.net/th?id=OIP.hSbRgUvtAsII0kSu5x6pCQHaDX&amp;pid=Api&amp;P=0&amp;h=18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35896" y="5397730"/>
            <a:ext cx="2276264" cy="1034665"/>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p:cNvSpPr txBox="1"/>
          <p:nvPr/>
        </p:nvSpPr>
        <p:spPr>
          <a:xfrm>
            <a:off x="959124" y="4784392"/>
            <a:ext cx="7967433" cy="369332"/>
          </a:xfrm>
          <a:prstGeom prst="rect">
            <a:avLst/>
          </a:prstGeom>
          <a:noFill/>
        </p:spPr>
        <p:txBody>
          <a:bodyPr wrap="square" rtlCol="0">
            <a:spAutoFit/>
          </a:bodyPr>
          <a:lstStyle/>
          <a:p>
            <a:r>
              <a:rPr lang="en-US" b="1" dirty="0" smtClean="0"/>
              <a:t>    </a:t>
            </a:r>
            <a:r>
              <a:rPr lang="en-US" b="1" u="sng" dirty="0" smtClean="0"/>
              <a:t>TABLETS</a:t>
            </a:r>
            <a:r>
              <a:rPr lang="en-US" b="1" dirty="0" smtClean="0"/>
              <a:t>                           </a:t>
            </a:r>
            <a:r>
              <a:rPr lang="en-US" b="1" u="sng" dirty="0" smtClean="0"/>
              <a:t>PERSONAL COMPUTER </a:t>
            </a:r>
            <a:r>
              <a:rPr lang="en-US" b="1" dirty="0" smtClean="0"/>
              <a:t>             	</a:t>
            </a:r>
            <a:r>
              <a:rPr lang="en-US" b="1" u="sng" dirty="0" smtClean="0"/>
              <a:t>HYBRID COMPUTER</a:t>
            </a:r>
            <a:endParaRPr lang="en-IN" b="1" u="sng" dirty="0"/>
          </a:p>
        </p:txBody>
      </p:sp>
      <p:sp>
        <p:nvSpPr>
          <p:cNvPr id="15" name="TextBox 14"/>
          <p:cNvSpPr txBox="1"/>
          <p:nvPr/>
        </p:nvSpPr>
        <p:spPr>
          <a:xfrm>
            <a:off x="827584" y="6439644"/>
            <a:ext cx="7992888" cy="369332"/>
          </a:xfrm>
          <a:prstGeom prst="rect">
            <a:avLst/>
          </a:prstGeom>
          <a:noFill/>
        </p:spPr>
        <p:txBody>
          <a:bodyPr wrap="square" rtlCol="0">
            <a:spAutoFit/>
          </a:bodyPr>
          <a:lstStyle/>
          <a:p>
            <a:r>
              <a:rPr lang="en-US" b="1" u="sng" dirty="0" smtClean="0"/>
              <a:t>SMARTPHONE</a:t>
            </a:r>
            <a:r>
              <a:rPr lang="en-US" b="1" dirty="0" smtClean="0"/>
              <a:t>                           </a:t>
            </a:r>
            <a:r>
              <a:rPr lang="en-US" b="1" u="sng" dirty="0" smtClean="0"/>
              <a:t>DIGITAL COMPUTER </a:t>
            </a:r>
            <a:r>
              <a:rPr lang="en-US" b="1" dirty="0" smtClean="0"/>
              <a:t>                </a:t>
            </a:r>
            <a:r>
              <a:rPr lang="en-US" b="1" u="sng" dirty="0" smtClean="0"/>
              <a:t>ANALOG COMPUTER</a:t>
            </a:r>
            <a:endParaRPr lang="en-IN" b="1" u="sng" dirty="0"/>
          </a:p>
        </p:txBody>
      </p:sp>
    </p:spTree>
    <p:extLst>
      <p:ext uri="{BB962C8B-B14F-4D97-AF65-F5344CB8AC3E}">
        <p14:creationId xmlns:p14="http://schemas.microsoft.com/office/powerpoint/2010/main" val="554782139"/>
      </p:ext>
    </p:extLst>
  </p:cSld>
  <p:clrMapOvr>
    <a:masterClrMapping/>
  </p:clrMapOvr>
  <p:transition spd="slow">
    <p:wip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SUPER COMPUTER  </a:t>
            </a:r>
            <a:endParaRPr lang="en-IN" dirty="0"/>
          </a:p>
        </p:txBody>
      </p:sp>
      <p:sp>
        <p:nvSpPr>
          <p:cNvPr id="3" name="Content Placeholder 2"/>
          <p:cNvSpPr>
            <a:spLocks noGrp="1"/>
          </p:cNvSpPr>
          <p:nvPr>
            <p:ph idx="1"/>
          </p:nvPr>
        </p:nvSpPr>
        <p:spPr>
          <a:xfrm>
            <a:off x="107504" y="1700809"/>
            <a:ext cx="8784976" cy="4968552"/>
          </a:xfrm>
        </p:spPr>
        <p:txBody>
          <a:bodyPr>
            <a:normAutofit/>
          </a:bodyPr>
          <a:lstStyle/>
          <a:p>
            <a:r>
              <a:rPr lang="en-US" dirty="0"/>
              <a:t>A supercomputer is an extremely powerful computing machine with high processing capabilities and speed. These computers are designed to handle complex and </a:t>
            </a:r>
            <a:r>
              <a:rPr lang="en-US" dirty="0" smtClean="0"/>
              <a:t>multiple tasks</a:t>
            </a:r>
          </a:p>
          <a:p>
            <a:endParaRPr lang="en-US" dirty="0"/>
          </a:p>
          <a:p>
            <a:r>
              <a:rPr lang="en-US" dirty="0"/>
              <a:t>Supercomputers often consist of thousands or even millions of processing units working together in parallel to solve problems</a:t>
            </a:r>
            <a:endParaRPr lang="en-IN" dirty="0"/>
          </a:p>
        </p:txBody>
      </p:sp>
      <p:pic>
        <p:nvPicPr>
          <p:cNvPr id="4" name="Picture 2" descr="C:\Users\asus\AppData\Local\Microsoft\Windows\INetCache\IE\NHB8IC5M\Summit-supercomputer[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88224" y="176266"/>
            <a:ext cx="1728192" cy="10780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5964335"/>
      </p:ext>
    </p:extLst>
  </p:cSld>
  <p:clrMapOvr>
    <a:masterClrMapping/>
  </p:clrMapOvr>
  <p:transition spd="slow">
    <p:wip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 </a:t>
            </a:r>
            <a:r>
              <a:rPr lang="en-US" dirty="0" smtClean="0"/>
              <a:t>WORKSTATION </a:t>
            </a:r>
            <a:r>
              <a:rPr lang="en-US" dirty="0" smtClean="0"/>
              <a:t>COMPUTER</a:t>
            </a:r>
            <a:endParaRPr lang="en-IN" dirty="0"/>
          </a:p>
        </p:txBody>
      </p:sp>
      <p:sp>
        <p:nvSpPr>
          <p:cNvPr id="3" name="Content Placeholder 2"/>
          <p:cNvSpPr>
            <a:spLocks noGrp="1"/>
          </p:cNvSpPr>
          <p:nvPr>
            <p:ph idx="1"/>
          </p:nvPr>
        </p:nvSpPr>
        <p:spPr/>
        <p:txBody>
          <a:bodyPr/>
          <a:lstStyle/>
          <a:p>
            <a:pPr marL="118872" indent="0" fontAlgn="base">
              <a:buNone/>
            </a:pPr>
            <a:endParaRPr lang="en-US" dirty="0" smtClean="0"/>
          </a:p>
          <a:p>
            <a:pPr marL="118872" indent="0" algn="just" fontAlgn="base">
              <a:buNone/>
            </a:pPr>
            <a:r>
              <a:rPr lang="en-US" dirty="0" smtClean="0"/>
              <a:t>A </a:t>
            </a:r>
            <a:r>
              <a:rPr lang="en-US" dirty="0"/>
              <a:t>workstation computer is designed for technical or scientific applications. It consists of a fast microprocessor, with a large amount of RAM and a high-speed graphic adapter. It is a single-user computer. It is generally used to perform a specific task with great accuracy</a:t>
            </a:r>
            <a:r>
              <a:rPr lang="en-US" dirty="0" smtClean="0"/>
              <a:t>.</a:t>
            </a:r>
            <a:endParaRPr lang="en-US" dirty="0"/>
          </a:p>
        </p:txBody>
      </p:sp>
      <p:pic>
        <p:nvPicPr>
          <p:cNvPr id="3074" name="Picture 2" descr="https://tse3.mm.bing.net/th?id=OIP.7z19N2TRRHPBixZ4hncylwHaFj&amp;pid=Api&amp;P=0&amp;h=18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92787" y="260648"/>
            <a:ext cx="1205880" cy="9044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5050586"/>
      </p:ext>
    </p:extLst>
  </p:cSld>
  <p:clrMapOvr>
    <a:masterClrMapping/>
  </p:clrMapOvr>
  <p:transition spd="slow">
    <p:wip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         SERVER COMPUTER</a:t>
            </a:r>
            <a:endParaRPr lang="en-IN" dirty="0"/>
          </a:p>
        </p:txBody>
      </p:sp>
      <p:sp>
        <p:nvSpPr>
          <p:cNvPr id="3" name="Content Placeholder 2"/>
          <p:cNvSpPr>
            <a:spLocks noGrp="1"/>
          </p:cNvSpPr>
          <p:nvPr>
            <p:ph idx="1"/>
          </p:nvPr>
        </p:nvSpPr>
        <p:spPr/>
        <p:txBody>
          <a:bodyPr>
            <a:normAutofit/>
          </a:bodyPr>
          <a:lstStyle/>
          <a:p>
            <a:pPr marL="118872" indent="0" algn="just" fontAlgn="base">
              <a:buNone/>
            </a:pPr>
            <a:r>
              <a:rPr lang="en-US" dirty="0" smtClean="0"/>
              <a:t>Server </a:t>
            </a:r>
            <a:r>
              <a:rPr lang="en-US" dirty="0"/>
              <a:t>Computers are computers that are combined data and programs. Electronic data and applications are stored and shared in the server computer. </a:t>
            </a:r>
            <a:endParaRPr lang="en-US" dirty="0" smtClean="0"/>
          </a:p>
          <a:p>
            <a:pPr marL="118872" indent="0" algn="just" fontAlgn="base">
              <a:buNone/>
            </a:pPr>
            <a:endParaRPr lang="en-US" dirty="0"/>
          </a:p>
          <a:p>
            <a:pPr marL="118872" indent="0" algn="just" fontAlgn="base">
              <a:buNone/>
            </a:pPr>
            <a:r>
              <a:rPr lang="en-US" dirty="0" smtClean="0"/>
              <a:t>The </a:t>
            </a:r>
            <a:r>
              <a:rPr lang="en-US" dirty="0"/>
              <a:t>working of a server computer is that it does not solve a bigger problem like a supercomputer but it solves many smaller similar ones. </a:t>
            </a:r>
            <a:endParaRPr lang="en-IN" dirty="0"/>
          </a:p>
        </p:txBody>
      </p:sp>
      <p:pic>
        <p:nvPicPr>
          <p:cNvPr id="2050" name="Picture 2" descr="https://tse3.mm.bing.net/th?id=OIP.jzDbRVpsU88p_5IZT5wnywHaFl&amp;pid=Api&amp;P=0&amp;h=18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93497" y="209932"/>
            <a:ext cx="1546870" cy="11699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1355602"/>
      </p:ext>
    </p:extLst>
  </p:cSld>
  <p:clrMapOvr>
    <a:masterClrMapping/>
  </p:clrMapOvr>
  <p:transition spd="slow">
    <p:wip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MINICOMPUTER</a:t>
            </a:r>
            <a:endParaRPr lang="en-IN" dirty="0"/>
          </a:p>
        </p:txBody>
      </p:sp>
      <p:sp>
        <p:nvSpPr>
          <p:cNvPr id="3" name="Content Placeholder 2"/>
          <p:cNvSpPr>
            <a:spLocks noGrp="1"/>
          </p:cNvSpPr>
          <p:nvPr>
            <p:ph idx="1"/>
          </p:nvPr>
        </p:nvSpPr>
        <p:spPr/>
        <p:txBody>
          <a:bodyPr>
            <a:normAutofit/>
          </a:bodyPr>
          <a:lstStyle/>
          <a:p>
            <a:pPr marL="118872" indent="0" algn="just">
              <a:buNone/>
            </a:pPr>
            <a:r>
              <a:rPr lang="en-US" sz="2800" dirty="0" smtClean="0"/>
              <a:t>Minicomputer is </a:t>
            </a:r>
            <a:r>
              <a:rPr lang="en-US" sz="2800" dirty="0"/>
              <a:t>a medium size multiprocessing computer. In this type of computer, there are two or more processors, and it supports 4 to 200 users at one time. Minicomputer is similar to Microcontroller</a:t>
            </a:r>
            <a:r>
              <a:rPr lang="en-US" sz="2800" dirty="0" smtClean="0"/>
              <a:t>.</a:t>
            </a:r>
          </a:p>
          <a:p>
            <a:pPr marL="118872" indent="0" algn="just">
              <a:buNone/>
            </a:pPr>
            <a:endParaRPr lang="en-US" sz="2800" dirty="0"/>
          </a:p>
          <a:p>
            <a:pPr marL="118872" indent="0" algn="just">
              <a:buNone/>
            </a:pPr>
            <a:r>
              <a:rPr lang="en-US" sz="2800" dirty="0" smtClean="0"/>
              <a:t> </a:t>
            </a:r>
            <a:r>
              <a:rPr lang="en-US" sz="2800" dirty="0"/>
              <a:t>It is smaller than a mainframe computer but larger in comparison to the microcomputer.</a:t>
            </a:r>
            <a:endParaRPr lang="en-IN" sz="2800" dirty="0"/>
          </a:p>
        </p:txBody>
      </p:sp>
      <p:pic>
        <p:nvPicPr>
          <p:cNvPr id="4" name="Picture 4" descr="C:\Users\asus\AppData\Local\Microsoft\Windows\INetCache\IE\NHB8IC5M\CPT_8100_Word_Processor_Desktop_Microcomputer_5185A65A[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20272" y="260648"/>
            <a:ext cx="1230025" cy="10510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0508716"/>
      </p:ext>
    </p:extLst>
  </p:cSld>
  <p:clrMapOvr>
    <a:masterClrMapping/>
  </p:clrMapOvr>
  <p:transition spd="slow">
    <p:wip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dirty="0" smtClean="0"/>
              <a:t>PERSONAL </a:t>
            </a:r>
            <a:r>
              <a:rPr lang="en-US" dirty="0" smtClean="0"/>
              <a:t>COMPUTER</a:t>
            </a:r>
            <a:endParaRPr lang="en-IN" dirty="0"/>
          </a:p>
        </p:txBody>
      </p:sp>
      <p:sp>
        <p:nvSpPr>
          <p:cNvPr id="3" name="Content Placeholder 2"/>
          <p:cNvSpPr>
            <a:spLocks noGrp="1"/>
          </p:cNvSpPr>
          <p:nvPr>
            <p:ph idx="1"/>
          </p:nvPr>
        </p:nvSpPr>
        <p:spPr/>
        <p:txBody>
          <a:bodyPr>
            <a:normAutofit/>
          </a:bodyPr>
          <a:lstStyle/>
          <a:p>
            <a:pPr marL="118872" indent="0" algn="just">
              <a:buNone/>
            </a:pPr>
            <a:r>
              <a:rPr lang="en-US" dirty="0"/>
              <a:t>Personal Computers is also known as a microcomputer. It is basically a general-purpose computer designed for individual use. It consists of a microprocessor as a central processing unit(CPU), memory, input unit, and output unit. </a:t>
            </a:r>
            <a:endParaRPr lang="en-US" dirty="0" smtClean="0"/>
          </a:p>
          <a:p>
            <a:pPr marL="118872" indent="0" algn="just">
              <a:buNone/>
            </a:pPr>
            <a:endParaRPr lang="en-US" dirty="0"/>
          </a:p>
          <a:p>
            <a:pPr marL="118872" indent="0" algn="just">
              <a:buNone/>
            </a:pPr>
            <a:r>
              <a:rPr lang="en-US" dirty="0" smtClean="0"/>
              <a:t>For </a:t>
            </a:r>
            <a:r>
              <a:rPr lang="en-US" dirty="0"/>
              <a:t>example, Laptops and desktop computers.</a:t>
            </a:r>
            <a:endParaRPr lang="en-IN" dirty="0"/>
          </a:p>
        </p:txBody>
      </p:sp>
      <p:pic>
        <p:nvPicPr>
          <p:cNvPr id="4" name="Picture 6" descr="C:\Users\asus\AppData\Local\Microsoft\Windows\INetCache\IE\NHB8IC5M\2017-08-22-09-44-04[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36296" y="260648"/>
            <a:ext cx="1547364" cy="10314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0393468"/>
      </p:ext>
    </p:extLst>
  </p:cSld>
  <p:clrMapOvr>
    <a:masterClrMapping/>
  </p:clrMapOvr>
  <p:transition spd="slow">
    <p:wip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dirty="0" smtClean="0"/>
              <a:t>MIANFRAM </a:t>
            </a:r>
            <a:r>
              <a:rPr lang="en-US" dirty="0" smtClean="0"/>
              <a:t>COMPUTER</a:t>
            </a:r>
            <a:endParaRPr lang="en-IN" dirty="0"/>
          </a:p>
        </p:txBody>
      </p:sp>
      <p:sp>
        <p:nvSpPr>
          <p:cNvPr id="3" name="Content Placeholder 2"/>
          <p:cNvSpPr>
            <a:spLocks noGrp="1"/>
          </p:cNvSpPr>
          <p:nvPr>
            <p:ph idx="1"/>
          </p:nvPr>
        </p:nvSpPr>
        <p:spPr>
          <a:xfrm>
            <a:off x="899592" y="1988840"/>
            <a:ext cx="7211144" cy="3979912"/>
          </a:xfrm>
        </p:spPr>
        <p:txBody>
          <a:bodyPr>
            <a:normAutofit/>
          </a:bodyPr>
          <a:lstStyle/>
          <a:p>
            <a:pPr marL="118872" indent="0" algn="just">
              <a:buNone/>
            </a:pPr>
            <a:r>
              <a:rPr lang="en-US" sz="2800" dirty="0"/>
              <a:t>Mainframe computers are designed in such a way that they can support hundreds or thousands of users at the same time. It also supports multiple programs simultaneously. So, they can execute different processes simultaneously. All these features make the mainframe computer ideal for big organizations like banking, telecom sectors, etc</a:t>
            </a:r>
            <a:r>
              <a:rPr lang="en-US" sz="2800" dirty="0" smtClean="0"/>
              <a:t>.</a:t>
            </a:r>
            <a:endParaRPr lang="en-IN" sz="2800" dirty="0"/>
          </a:p>
        </p:txBody>
      </p:sp>
      <p:pic>
        <p:nvPicPr>
          <p:cNvPr id="4" name="Picture 5" descr="C:\Users\asus\AppData\Local\Microsoft\Windows\INetCache\IE\EN16CS69\70263-zec12-mainframe-computer-ibm-free-clipart-hq[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96336" y="116632"/>
            <a:ext cx="1260737" cy="12594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4404454"/>
      </p:ext>
    </p:extLst>
  </p:cSld>
  <p:clrMapOvr>
    <a:masterClrMapping/>
  </p:clrMapOvr>
  <p:transition spd="slow">
    <p:wip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HYBRID COMPUTER</a:t>
            </a:r>
            <a:endParaRPr lang="en-IN" dirty="0"/>
          </a:p>
        </p:txBody>
      </p:sp>
      <p:sp>
        <p:nvSpPr>
          <p:cNvPr id="3" name="Content Placeholder 2"/>
          <p:cNvSpPr>
            <a:spLocks noGrp="1"/>
          </p:cNvSpPr>
          <p:nvPr>
            <p:ph idx="1"/>
          </p:nvPr>
        </p:nvSpPr>
        <p:spPr/>
        <p:txBody>
          <a:bodyPr>
            <a:normAutofit/>
          </a:bodyPr>
          <a:lstStyle/>
          <a:p>
            <a:pPr marL="118872" indent="0" algn="just">
              <a:buNone/>
            </a:pPr>
            <a:r>
              <a:rPr lang="en-US" dirty="0"/>
              <a:t>A hybrid computer is a type of computer that offers the functionalities of both a digital and an analog computer. It is designed to include a working analog unit that is powerful for calculations, yet has a readily available digital memory. </a:t>
            </a:r>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32443" y="188640"/>
            <a:ext cx="1295400" cy="1114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94165122"/>
      </p:ext>
    </p:extLst>
  </p:cSld>
  <p:clrMapOvr>
    <a:masterClrMapping/>
  </p:clrMapOvr>
  <p:transition spd="slow">
    <p:wip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800" dirty="0" smtClean="0"/>
              <a:t>TABLETS  AND  SMARTPHONES</a:t>
            </a:r>
            <a:endParaRPr lang="en-IN" sz="4800" dirty="0"/>
          </a:p>
        </p:txBody>
      </p:sp>
      <p:sp>
        <p:nvSpPr>
          <p:cNvPr id="3" name="Content Placeholder 2"/>
          <p:cNvSpPr>
            <a:spLocks noGrp="1"/>
          </p:cNvSpPr>
          <p:nvPr>
            <p:ph idx="1"/>
          </p:nvPr>
        </p:nvSpPr>
        <p:spPr/>
        <p:txBody>
          <a:bodyPr/>
          <a:lstStyle/>
          <a:p>
            <a:pPr marL="118872" indent="0">
              <a:buNone/>
            </a:pPr>
            <a:r>
              <a:rPr lang="en-US" dirty="0"/>
              <a:t>Tablets and Smartphones are the types of computers that are pocket friendly and easy to carry is these are handy. This is one of the best use of modern technology. These devices have better hardware capabilities, extensive operating systems, and better multimedia functionality. smartphones and tablets contain a number of sensors and are also able to provide wireless communication protocols.</a:t>
            </a:r>
            <a:endParaRPr lang="en-IN" dirty="0"/>
          </a:p>
        </p:txBody>
      </p:sp>
      <p:pic>
        <p:nvPicPr>
          <p:cNvPr id="4" name="Picture 3" descr="C:\Users\asus\AppData\Local\Microsoft\Windows\INetCache\IE\DURA23GC\21890-2-smartphone-image[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411293" y="188640"/>
            <a:ext cx="673527" cy="11311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0239381"/>
      </p:ext>
    </p:extLst>
  </p:cSld>
  <p:clrMapOvr>
    <a:masterClrMapping/>
  </p:clrMapOvr>
  <p:transition spd="slow">
    <p:wip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IN" dirty="0" smtClean="0"/>
              <a:t>      </a:t>
            </a:r>
            <a:r>
              <a:rPr lang="en-IN" dirty="0" smtClean="0"/>
              <a:t>ANALOG </a:t>
            </a:r>
            <a:r>
              <a:rPr lang="en-IN" dirty="0" smtClean="0"/>
              <a:t>COMPUTER</a:t>
            </a:r>
            <a:endParaRPr lang="en-IN" dirty="0"/>
          </a:p>
        </p:txBody>
      </p:sp>
      <p:sp>
        <p:nvSpPr>
          <p:cNvPr id="3" name="Content Placeholder 2"/>
          <p:cNvSpPr>
            <a:spLocks noGrp="1"/>
          </p:cNvSpPr>
          <p:nvPr>
            <p:ph idx="1"/>
          </p:nvPr>
        </p:nvSpPr>
        <p:spPr/>
        <p:txBody>
          <a:bodyPr>
            <a:normAutofit/>
          </a:bodyPr>
          <a:lstStyle/>
          <a:p>
            <a:pPr marL="118872" indent="0" algn="just">
              <a:buNone/>
            </a:pPr>
            <a:endParaRPr lang="en-US" dirty="0" smtClean="0"/>
          </a:p>
          <a:p>
            <a:pPr marL="118872" indent="0" algn="just">
              <a:buNone/>
            </a:pPr>
            <a:r>
              <a:rPr lang="en-US" dirty="0" smtClean="0"/>
              <a:t>An </a:t>
            </a:r>
            <a:r>
              <a:rPr lang="en-US" dirty="0"/>
              <a:t>analog computer or analogue computer is a type of computer that uses the continuous variation aspect of physical phenomena such as electrical, mechanical, or hydraulic quantities (analog signals) to model the problem being solved.</a:t>
            </a:r>
            <a:endParaRPr lang="en-IN" dirty="0"/>
          </a:p>
        </p:txBody>
      </p:sp>
      <p:pic>
        <p:nvPicPr>
          <p:cNvPr id="4" name="Picture 2" descr="https://tse4.mm.bing.net/th?id=OIP.L4996jL0VI1b61WgrHN63AHaE4&amp;pid=Api&amp;P=0&amp;h=18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20272" y="156185"/>
            <a:ext cx="1726628" cy="11384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33971"/>
      </p:ext>
    </p:extLst>
  </p:cSld>
  <p:clrMapOvr>
    <a:masterClrMapping/>
  </p:clrMapOvr>
  <p:transition spd="slow">
    <p:wip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475656" y="2564904"/>
            <a:ext cx="6480720" cy="1323439"/>
          </a:xfrm>
          <a:prstGeom prst="rect">
            <a:avLst/>
          </a:prstGeom>
          <a:noFill/>
        </p:spPr>
        <p:txBody>
          <a:bodyPr wrap="square" rtlCol="0">
            <a:spAutoFit/>
          </a:bodyPr>
          <a:lstStyle/>
          <a:p>
            <a:r>
              <a:rPr lang="en-US" sz="8000" dirty="0" smtClean="0">
                <a:latin typeface="Algerian" pitchFamily="82" charset="0"/>
              </a:rPr>
              <a:t>THANK YOU…</a:t>
            </a:r>
            <a:endParaRPr lang="en-IN" sz="8000" dirty="0">
              <a:latin typeface="Algerian" pitchFamily="82" charset="0"/>
            </a:endParaRPr>
          </a:p>
        </p:txBody>
      </p:sp>
    </p:spTree>
    <p:extLst>
      <p:ext uri="{BB962C8B-B14F-4D97-AF65-F5344CB8AC3E}">
        <p14:creationId xmlns:p14="http://schemas.microsoft.com/office/powerpoint/2010/main" val="285568417"/>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dule">
  <a:themeElements>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8000"/>
                <a:satMod val="300000"/>
              </a:schemeClr>
            </a:gs>
            <a:gs pos="12000">
              <a:schemeClr val="phClr">
                <a:tint val="48000"/>
                <a:satMod val="300000"/>
              </a:schemeClr>
            </a:gs>
            <a:gs pos="20000">
              <a:schemeClr val="phClr">
                <a:tint val="49000"/>
                <a:satMod val="300000"/>
              </a:schemeClr>
            </a:gs>
            <a:gs pos="100000">
              <a:schemeClr val="phClr">
                <a:shade val="30000"/>
              </a:schemeClr>
            </a:gs>
          </a:gsLst>
          <a:path path="circle">
            <a:fillToRect l="10000" t="-25000" r="10000" b="125000"/>
          </a:path>
        </a:gradFill>
        <a:blipFill>
          <a:blip xmlns:r="http://schemas.openxmlformats.org/officeDocument/2006/relationships" r:embed="rId1">
            <a:duotone>
              <a:schemeClr val="phClr">
                <a:shade val="75000"/>
                <a:satMod val="105000"/>
              </a:schemeClr>
              <a:schemeClr val="phClr">
                <a:tint val="95000"/>
                <a:satMod val="105000"/>
              </a:schemeClr>
            </a:duotone>
          </a:blip>
          <a:tile tx="0" ty="0" sx="38000" sy="38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docProps/app.xml><?xml version="1.0" encoding="utf-8"?>
<Properties xmlns="http://schemas.openxmlformats.org/officeDocument/2006/extended-properties" xmlns:vt="http://schemas.openxmlformats.org/officeDocument/2006/docPropsVTypes">
  <Template/>
  <TotalTime>92</TotalTime>
  <Words>521</Words>
  <Application>Microsoft Office PowerPoint</Application>
  <PresentationFormat>On-screen Show (4:3)</PresentationFormat>
  <Paragraphs>54</Paragraphs>
  <Slides>14</Slides>
  <Notes>1</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Module</vt:lpstr>
      <vt:lpstr>Type of computer</vt:lpstr>
      <vt:lpstr>                       COMPUTER</vt:lpstr>
      <vt:lpstr>           TYPE OF COMPUTER</vt:lpstr>
      <vt:lpstr>PowerPoint Presentation</vt:lpstr>
      <vt:lpstr>     SUPER COMPUTER  </vt:lpstr>
      <vt:lpstr> WORKSTATION COMPUTER</vt:lpstr>
      <vt:lpstr>         SERVER COMPUTER</vt:lpstr>
      <vt:lpstr>             MINICOMPUTER</vt:lpstr>
      <vt:lpstr>     PERSONAL COMPUTER</vt:lpstr>
      <vt:lpstr>       MIANFRAM COMPUTER</vt:lpstr>
      <vt:lpstr>            HYBRID COMPUTER</vt:lpstr>
      <vt:lpstr>TABLETS  AND  SMARTPHONES</vt:lpstr>
      <vt:lpstr>      ANALOG COMPUTER</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computer is a programmable device that stores, retrieves, and processes data. The term "computer" was originally given to humans (human computers) who performed numerical calculations using mechanical calculators, such as the abacus and slide rule. The term was later given to mechanical devices as they began replacing human computers. Today's computers are electronic devices that accept data (input), process that data, produce outputs, and store (storage) the results (IPOS).</dc:title>
  <dc:creator>asus</dc:creator>
  <cp:lastModifiedBy>asus</cp:lastModifiedBy>
  <cp:revision>10</cp:revision>
  <dcterms:created xsi:type="dcterms:W3CDTF">2023-11-26T08:35:55Z</dcterms:created>
  <dcterms:modified xsi:type="dcterms:W3CDTF">2023-11-30T14:17:41Z</dcterms:modified>
</cp:coreProperties>
</file>